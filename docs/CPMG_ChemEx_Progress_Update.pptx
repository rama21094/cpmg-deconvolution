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minutes. Headline: the disagreement was NOT a physics error in our simulator — it was a pulse-sequence convention mismatch. Found it by comparing the two Liouvillians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only — 60 seconds. These are the numbers from the plots I showed last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logic: each step removes one possible explanation. By step 4 only the physics model can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this was a real bug worth fixing, but it does NOT explain the ChemEx disagreement. It vanishes at the magic angle anyway.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realisation. ChemEx's cpmg_15n_ip has no proton operator whatsoever. Its transition table defines cross-correlation terms but the basis filter drops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rigorous version of 'the matrix collapses'. Computed the dependency closure from the observable, didn't eyeball the sparsity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of the whole investigation. Once the matrices matched, the search moved to the pulse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question 'does your tau_cp ignore pulse widths?' — no, it doesn't. The right-hand card pre-empts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(a) is our idealised train — no excitation or detection pulses. Panel (b) is ChemEx's: 90 excitation, t_neg correction, two mirrored half-trains around the phase-cycled 180±x, then 90 and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dwelling on the detection-operator bug — it is the kind of thing only a direct code-level comparison would ever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green and orange sit on top of each other — proof there is no bug left. Right panel: they separate even though the sequence is identical, which is the real physics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4 degenerate groups voluntarily — better raised by me than found by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Two convention fixes account for essentially the whole original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20.6% number — that is the scientific justification for the larger simulator, measured with everything else 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CPMG relaxation dispersion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simulator – ChemEx disagreement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9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 and corrected — pᴮ recovery improved from –46% to +1.7%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1248" y="4443984"/>
            <a:ext cx="1371600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update  •  work since the last meeting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at the last meeting — ChemEx could not recover the ground truth we generated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fits over 1500 synthetic profiles (100 groups × 15 residues, two fields) showed a large, reproducible bias — worst in the minor-state population: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13969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–46.0%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pᴮ  (minor population)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19125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≈0.03 vs true 0.05–0.07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213969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+12.2%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15968" y="2880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kₑₓ  (exchange rate)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319125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overestimated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20116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213969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65008" y="2880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Δω  (chemical shift diff.)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319125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overestimated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11018520" cy="1325880"/>
          </a:xfrm>
          <a:prstGeom prst="roundRect">
            <a:avLst>
              <a:gd name="adj" fmla="val 4828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306824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296" y="42519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question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4727448"/>
            <a:ext cx="10506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this a genuine physics difference — our 32×32 Allard treatment vs. ChemEx's reduced model — or a bug/convention mismatch somewhere in the pipeline? The bias was too large and too systematic to be statistical.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62356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follows is the answer to that question.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comparison down until only one thing can differ at a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54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our physics against the source paper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8366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check of the simulator against Allard, Helgstrand &amp; Härd (1998), verified symbolically with SymPy.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6883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688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61518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the two Liouvillian matrices directly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017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curves, not fits — the actual matrices, in a limit where both codes must agree.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8221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forward models with no fitting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optimiser as a source of disagreement entirely.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956048"/>
            <a:ext cx="512064" cy="512064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88289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pulse sequence, then refit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2852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ChemEx's own sequence in our simulator so physics is the only remaining variable.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against Allard et al. (1998)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our implementation actually match the paper it is based on?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19072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16642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found: missing √3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492861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DD–CSA cross-correlation prefactor was short by a factor of √3 relative to Allard Eq. 33–34: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A_d · A_c = √(9d² · 3c²)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feeds η_z and η_xy — the cross-correlation rates.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481328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719072"/>
            <a:ext cx="310896" cy="310896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2" name="Text 10"/>
          <p:cNvSpPr/>
          <p:nvPr/>
        </p:nvSpPr>
        <p:spPr>
          <a:xfrm>
            <a:off x="6803136" y="16642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guessed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139696"/>
            <a:ext cx="492861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symbolically with SymPy using correctly-signed constants (γ_N &lt; 0, σ_N &lt; 0), giving an exact ratio of √3.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μ_mq, which was already correct — ruling out an error in my own method.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3913632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5 places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cpmg_ml/simulator.py plus four GUI variants that each carried their own copy of the formula. All re-verified after the change.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1852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76402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225296" y="47091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checked out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184648"/>
            <a:ext cx="10506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r₂(N), r₁(N), σ, μ_mq and the Bloch–McConnell exchange block all match the paper exactly. So the simulator's physics was sound — the √3 alone could not explain a –46% pᴮ bias.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matrix does ChemEx actually use?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ChemEx source rather than assuming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440680" cy="2377440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0078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1645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Ours — 32 × 32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49286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Cartesian product operators per state, × 2 exchanging states: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E, Hₓ, Hᵧ, H_z, Nₓ, Nᵧ, N_z,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2HₓN_z … 2H_zN_z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proton bath, antiphase and multiple-quantum coherences.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463040"/>
            <a:ext cx="5440680" cy="2377440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1700784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2" name="Text 10"/>
          <p:cNvSpPr/>
          <p:nvPr/>
        </p:nvSpPr>
        <p:spPr>
          <a:xfrm>
            <a:off x="6803136" y="1645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ChemEx cpmg_15n_ip — 6 × 6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121408"/>
            <a:ext cx="492861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Basis(type="ixyz") → only three operators per state: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Nₓ, Nᵧ, N_z    (× A, B)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proton in the basis at all. No J-coupling, no CSA–DD cross-correlation — those transitions are silently filtered out.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11018520" cy="1783080"/>
          </a:xfrm>
          <a:prstGeom prst="roundRect">
            <a:avLst>
              <a:gd name="adj" fmla="val 3590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3525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5296" y="429768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4773168"/>
            <a:ext cx="105064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ChemEx is already the collapsed limit, structurally. So a meaningful comparison has to be made in the regime where our 32×32 reduces to that same 6×6: J = 0, CSA–DD angle at the magic angle, dipolar coupling switched off. That is exactly the idealised single-spin case discussed at the last meeting — it turns out to be the right controlled experiment, not just a sanity check.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32 × 32 collapses exactly as predicted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operators actually feed the observable? (dependency closure, computed not assumed)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18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65960"/>
                <a:gridCol w="475488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subspace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 (J=92 Hz, θ=22°, r=1.02 Å)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precession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Nₓ, Nᵧ, 2H_zNₓ, 2H_zNᵧ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+ 180°ₓ pulses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H_z, Nₓ, Nᵧ, N_z, 2H_zNₓ, 2H_zNᵧ, 2H_zN_z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Idealised  (J=0, magic angle, r→∞)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precession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Nₓ, Nᵧ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+ 180°ₓ pulses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Nₓ, Nᵧ, N_z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77640"/>
            <a:ext cx="11018520" cy="1463040"/>
          </a:xfrm>
          <a:prstGeom prst="roundRect">
            <a:avLst>
              <a:gd name="adj" fmla="val 437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15384"/>
            <a:ext cx="310896" cy="310896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41605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collapse, stated precisely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636008"/>
            <a:ext cx="10506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idealised conditions the observable's dynamics live entirely in {E, Nₓ, Nᵧ, N_z} × {A,B} — 8 of the original 32 dimensions. ChemEx's basis omits the identity E altogether, leaving {Nₓ, Nᵧ, N_z} × {A,B} = 6. Exactly ChemEx's matrix.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57784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realistic row: 16 dimensions, including antiphase and two-spin order. ChemEx's 6×6 cannot represent that case at all.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matrices are identical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idealised conditions, both matrices printed and compared element by element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18520" cy="2286000"/>
          </a:xfrm>
          <a:prstGeom prst="roundRect">
            <a:avLst>
              <a:gd name="adj" fmla="val 2800"/>
            </a:avLst>
          </a:prstGeom>
          <a:solidFill>
            <a:srgbClr val="F4F6F8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of the 6 × 6 block — basis-independent, the strongest test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38528"/>
          <a:ext cx="106070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(Allard 32×32, collapsed)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ChemEx (ixyz 6×6)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–300.5359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–300.5359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 exchange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–288.7159 ± 759.2445i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–288.7169 ± 759.0113i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state-B transverse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–15.1426 ± 4.9910i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–15.1416 ± 4.9922i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state-A transverse (observed)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–0.5359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–0.5359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relaxation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39776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10565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66928" y="48463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disagreement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51572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a units convention, not physics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15968" y="3977640"/>
            <a:ext cx="7269480" cy="1691640"/>
          </a:xfrm>
          <a:prstGeom prst="roundRect">
            <a:avLst>
              <a:gd name="adj" fmla="val 3784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53712" y="4215384"/>
            <a:ext cx="310896" cy="310896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5" name="Text 12"/>
          <p:cNvSpPr/>
          <p:nvPr/>
        </p:nvSpPr>
        <p:spPr>
          <a:xfrm>
            <a:off x="4974336" y="416052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two differences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572000" y="4636008"/>
            <a:ext cx="6757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 of Δω — opposite rotation convention. R₂,eff depends on Δω², so no observable is affected.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|Δω| differs by 0.03% — we use γ_N/γ_H, ChemEx uses the IUPAC Ξ ratio.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585216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physics engines agree. The disagreement must be downstream of the matrix.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bug: pulse-sequence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Liouvillian, two different sequence definitions — and two different meanings of ncyc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185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91840"/>
                <a:gridCol w="4343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simulator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ChemEx cpmg_15n_ip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Refocusing pulses per labelled ncyc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ncyc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ncyc  (two mirrored half-trains)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τ_cp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 – ncyc·t₁₈₀) / (2·ncyc)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time_t2/(4·ncyc) – pw90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ν_CPMG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1/(4τ_cp)   pulse-width exclusive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ncyc/time_t2   pulse-width inclusive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Excitation /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on Nₓ, reads Nₓ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90° pulses, t_neg, time_equil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7764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15384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4160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concrete errors in the config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636008"/>
            <a:ext cx="49286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ncyc was off by a factor of 2 — ChemEx read our labels as half the actual pulse count.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time_t2 was 0.068 s but the data was generated with t_relax = 0.04 s, rescaling every extracted rate by 0.588.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44768" y="397764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82512" y="421538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803136" y="4160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clear about τ_cp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00800" y="4636008"/>
            <a:ext cx="49286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τ_cp does correctly subtract the finite pulse width — that was never the bug. The 'exclusive vs inclusive' distinction concerns only the frequency value printed on the x-axis, not the propagation.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pulse sequences, side by 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both implemented in the simulator — selectable with a single argument</a:t>
            </a:r>
            <a:endParaRPr lang="en-US" sz="1400" dirty="0"/>
          </a:p>
        </p:txBody>
      </p:sp>
      <p:pic>
        <p:nvPicPr>
          <p:cNvPr id="4" name="Image 0" descr="/Users/shankararamasharma/Desktop/IISc/CPMG Project/docs/pulse_sequence_dia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298448"/>
            <a:ext cx="9189720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3291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Matched-sequence mode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96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sequence and physics can finally be separated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44752"/>
            <a:ext cx="11018520" cy="1060704"/>
          </a:xfrm>
          <a:prstGeom prst="roundRect">
            <a:avLst>
              <a:gd name="adj" fmla="val 6034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727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sim.simulate_cpmg(params, sequence="home")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C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sim.simulate_cpmg(params, sequence="chemex")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980944"/>
            <a:ext cx="310896" cy="310896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2926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real bug, caught here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49286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left a stubborn ~5% residual that no sign convention would remove. Ablation traced it to the detection operator: ChemEx sets suffix_detect = "_a", so it detects ONLY the ground state's N_z — not the population-weighted sum over both states.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2743200"/>
            <a:ext cx="5440680" cy="187452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2980944"/>
            <a:ext cx="310896" cy="310896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2926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that one line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3401568"/>
            <a:ext cx="49286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detection convention reduced the discrepancy by a factor of 77 — from ~5% down to 0.066%, which is the level of the known 0.03% gyromagnetic-ratio difference.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point there is no residual bug on either side.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484632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sequences run through the same 32×32 Allard physics, so switching modes changes the sequence and nothing else.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2578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'home' mode is unchanged and regression-tested identical, so all earlier results remain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models with the sequence controlled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fitting anywhere — curve 2 vs 3 isolates physics, curve 1 vs 2 isolates sequence</a:t>
            </a:r>
            <a:endParaRPr lang="en-US" sz="1400" dirty="0"/>
          </a:p>
        </p:txBody>
      </p:sp>
      <p:pic>
        <p:nvPicPr>
          <p:cNvPr id="4" name="Image 0" descr="/Users/shankararamasharma/Desktop/IISc/CPMG Project/docs/forward_compare_three_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789920" cy="4315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870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Idealised: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2 and 3 agree to 0.066%.     </a:t>
            </a:r>
            <a:pPr indent="0" marL="0">
              <a:buNone/>
            </a:pPr>
            <a:r>
              <a:rPr lang="en-US" sz="13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physics: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20.6% gap in Rₑₓ remains (10.48 vs 7.20 s⁻¹) — same sequence, so this is physics alone.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Refitting all 1500 profiles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regenerated with ChemEx's own sequence, then fitted by ChemEx — 100/100 groups converged</a:t>
            </a:r>
            <a:endParaRPr lang="en-US" sz="1400" dirty="0"/>
          </a:p>
        </p:txBody>
      </p:sp>
      <p:pic>
        <p:nvPicPr>
          <p:cNvPr id="4" name="Image 0" descr="/Users/shankararamasharma/Desktop/IISc/CPMG Project/docs/grouped_fit_matched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6766560" cy="45902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371600"/>
            <a:ext cx="3767328" cy="2148840"/>
          </a:xfrm>
          <a:prstGeom prst="roundRect">
            <a:avLst>
              <a:gd name="adj" fmla="val 2979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5864" y="1609344"/>
            <a:ext cx="310896" cy="310896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7" name="Text 4"/>
          <p:cNvSpPr/>
          <p:nvPr/>
        </p:nvSpPr>
        <p:spPr>
          <a:xfrm>
            <a:off x="8476488" y="1554480"/>
            <a:ext cx="2898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74152" y="2029968"/>
            <a:ext cx="32552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pᴮ    +1.72%  ± 5.77%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kₑₓ   –1.99%  ± 10.05%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Δω    –0.008 ppm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grouped fits converged.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18120" y="3703320"/>
            <a:ext cx="3767328" cy="2286000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55864" y="39410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476488" y="3886200"/>
            <a:ext cx="2898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caveat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074152" y="4361688"/>
            <a:ext cx="32552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 (all near kₑₓ ≈ 1250–1430 s⁻¹) land on the classic fast-exchange kₑₓ / pᴮ degeneracy — CPMG constrains their product, not each separately. A real NMR limitation, not a fitting failure.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effect on parameter recovery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100 grouped fits, measured at each stage of the investigation</a:t>
            </a:r>
            <a:endParaRPr lang="en-US" sz="1400" dirty="0"/>
          </a:p>
        </p:txBody>
      </p:sp>
      <p:pic>
        <p:nvPicPr>
          <p:cNvPr id="4" name="Image 0" descr="/Users/shankararamasharma/Desktop/IISc/CPMG Project/docs/progress_since_last_me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0789920" cy="4151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pᴮ bias reduced from –46% to +1.7%; kₑₓ from +12.2% to –2.0%. Most of the remaining spread is the fast-exchange degeneracy, not model error.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737360"/>
            <a:ext cx="4206240" cy="4206240"/>
          </a:xfrm>
          <a:prstGeom prst="ellipse">
            <a:avLst/>
          </a:prstGeom>
          <a:solidFill>
            <a:srgbClr val="065A82">
              <a:alpha val="3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74320" cy="274320"/>
          </a:xfrm>
          <a:prstGeom prst="ellipse">
            <a:avLst/>
          </a:prstGeom>
          <a:solidFill>
            <a:srgbClr val="9FE0C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71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Allard implementation is validated.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4440" y="177393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B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ChemEx's Liouvillian to 0.03% — an independent, widely used reference code. One real bug (√3) found and fixed along the 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274320" cy="274320"/>
          </a:xfrm>
          <a:prstGeom prst="ellipse">
            <a:avLst/>
          </a:prstGeom>
          <a:solidFill>
            <a:srgbClr val="9FE0C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5786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disagreement was conventions, not physics.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34440" y="29809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B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ncyc/time_t2 and the detection operator. Two fixes took pᴮ from –46% to +1.7%.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77056"/>
            <a:ext cx="274320" cy="274320"/>
          </a:xfrm>
          <a:prstGeom prst="ellipse">
            <a:avLst/>
          </a:prstGeom>
          <a:solidFill>
            <a:srgbClr val="FFD9A0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85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quantified case for the 32×32 treatment.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4440" y="41879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B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sequence fully controlled, ChemEx's 6×6 basis under-predicts Rₑₓ by 20.6% on realistic NH parameters — the proton bath, cross-correlation and J-coupling it cannot represent.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5029200"/>
            <a:ext cx="10735056" cy="1280160"/>
          </a:xfrm>
          <a:prstGeom prst="roundRect">
            <a:avLst>
              <a:gd name="adj" fmla="val 5714"/>
            </a:avLst>
          </a:prstGeom>
          <a:solidFill>
            <a:srgbClr val="2C3568"/>
          </a:solidFill>
          <a:ln w="12700">
            <a:solidFill>
              <a:srgbClr val="3D4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51389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completed  •  Next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544982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CW-CPMG simulator + GUI built from Hansen, Vallurupalli &amp; Kay (JPCB 2008).   —   Next: extend the matched-sequence comparison to the TROSY experiment, and quantify how the 20.6% physics gap propagates into fitted parameters at realistic J.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CPMG / ChemEx benchmarking — progress update</dc:title>
  <dc:subject>PptxGenJS Presentation</dc:subject>
  <dc:creator>CPMG Project</dc:creator>
  <cp:lastModifiedBy>CPMG Project</cp:lastModifiedBy>
  <cp:revision>1</cp:revision>
  <dcterms:created xsi:type="dcterms:W3CDTF">2026-08-07T10:31:03Z</dcterms:created>
  <dcterms:modified xsi:type="dcterms:W3CDTF">2026-08-07T10:31:03Z</dcterms:modified>
</cp:coreProperties>
</file>