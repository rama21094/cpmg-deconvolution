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things since 11 Aug: the simulator is now validated against ChemEx at the full 30x30 level and two real bugs were found and fixed; the first learned models are trained and work very well on clean data; and adding realistic noise revealed the binding constraint on the whole approach.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bugs trace to the same root cause: converting Allard 1998 into code. Equation 19 carries a leading minus sign that is easy to drop, and one term was added that the paper never had. Dependency analysis shows in-phase experiments never reach the MQ block, so earlier in-phase results stand. CW-CPMG did reach it and has been re-run.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Important design choice: the model is given only quantities knowable at the spectrometer. An earlier version conditioned on k_ex, p_B and delta-omega, which are exactly what the experiment is trying to measure, so it could never be used on real data. On clean simulated data the method works very well.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methodological point is that the headline metric broke down under noise. It kept reporting 85% at every noise level because the denominator became dominated by noise rather than by the J artefact. We had to replace it with a comparison against the artefact's own magnitude.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replaced an earlier, too-optimistic conclusion. Comparing the median model error against the median artefact suggested break-even at SNR 104 and that four to nine averages would suffice. Those are medians of two different distributions and say nothing about individual profiles. The per-profile test gives 16 percent.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headline for discussion: 93.5 percent clean recoverability says the simulator and the model are sound. The obstacle is entirely that the artefact sits under the noise at standard SNR. The highest-value next step is narrowing the parameter ranges, which is the conversation I wanted to have with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05740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CPMG De-J-Coupling</a:t>
            </a:r>
            <a:endParaRPr lang="en-US" sz="4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944368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 validated · first learned models · the noise limit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822960" y="3794760"/>
            <a:ext cx="2788920" cy="566928"/>
          </a:xfrm>
          <a:prstGeom prst="roundRect">
            <a:avLst>
              <a:gd name="adj" fmla="val 12903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379476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Aug → 3 Sep 2026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794760" y="379476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PI update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Simulator now validated at the full 30×30 level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9264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Previous check was the collapsed 6×6 in-phase block only. Extending it to the DQ/ZQ basis exposed two genuine errors.</a:t>
            </a:r>
            <a:endParaRPr lang="en-US" sz="1500" dirty="0"/>
          </a:p>
        </p:txBody>
      </p:sp>
      <p:pic>
        <p:nvPicPr>
          <p:cNvPr id="4" name="Image 0" descr="/Users/shankararamasharma/Desktop/IISc/CPMG Project/docs/group_meeting_figs/gm_dqzq_matrix_mat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5943600" cy="3048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59028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 vs ChemEx cpmg_hn_dq_zq: before (left) and after (right) the fixes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812280" y="1481328"/>
            <a:ext cx="4846320" cy="1371600"/>
          </a:xfrm>
          <a:prstGeom prst="roundRect">
            <a:avLst>
              <a:gd name="adj" fmla="val 4000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040880" y="1645920"/>
            <a:ext cx="4389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1 — sign of μ_mq
</a:t>
            </a:r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Allard Eq. [19] is written dσ/dt = −P·σ, so every printed matrix element must be negated on the way into the code. The DQ/ZQ cross-relaxation term was not.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812280" y="2980944"/>
            <a:ext cx="4846320" cy="1371600"/>
          </a:xfrm>
          <a:prstGeom prst="roundRect">
            <a:avLst>
              <a:gd name="adj" fmla="val 4000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040880" y="3145536"/>
            <a:ext cx="4389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2 — spurious πJ in the MQ block
</a:t>
            </a:r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πJ coupling term had been added that does not appear in the paper. Verified [H_J, MQ] = 0 with explicit spin matrices — it should not be there.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812280" y="4480560"/>
            <a:ext cx="4846320" cy="1207008"/>
          </a:xfrm>
          <a:prstGeom prst="roundRect">
            <a:avLst>
              <a:gd name="adj" fmla="val 4545"/>
            </a:avLst>
          </a:prstGeom>
          <a:solidFill>
            <a:srgbClr val="E8F1EC"/>
          </a:solidFill>
          <a:ln w="12700">
            <a:solidFill>
              <a:srgbClr val="E8F1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040880" y="4626864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0F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exact match
</a:t>
            </a:r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900 elements agree to machine precision. In-phase results were unaffected; CW-CPMG was affected and is now corrected.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 data generated; models trained and benchmarked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9264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540 k paired profiles (with-J → J-free) using the ChemEx pulse sequence. Models see only what a spectrometer knows: ν_CPMG, R₂ᵉᶠᶠ, B₀, B₁, J.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ladder — 60 k training set, clean data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3852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pPr indent="0" marL="0">
              <a:buNone/>
            </a:pPr>
            <a:r>
              <a:rPr lang="en-US" sz="1150" b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params      RMSE      removed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226771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(do nothing)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2926080" y="226771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4023360" y="226771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0.839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120640" y="226771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265176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2926080" y="265176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 K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265176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0.606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120640" y="265176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27.8%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21792" y="303580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303580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852 K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023360" y="303580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0.355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3035808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57.7%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21792" y="3419856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2926080" y="341985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586 K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4023360" y="341985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0.219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5120640" y="341985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74.0%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02920" y="3758184"/>
            <a:ext cx="5760720" cy="402336"/>
          </a:xfrm>
          <a:prstGeom prst="roundRect">
            <a:avLst>
              <a:gd name="adj" fmla="val 13636"/>
            </a:avLst>
          </a:prstGeom>
          <a:solidFill>
            <a:srgbClr val="E8F1EC"/>
          </a:solidFill>
          <a:ln w="12700">
            <a:solidFill>
              <a:srgbClr val="E8F1E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1792" y="3803904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FiLM-CNN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2926080" y="38039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770 K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4023360" y="38039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0F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0.148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5120640" y="3803904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0F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82.4%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675120" y="1572768"/>
            <a:ext cx="4983480" cy="2084832"/>
          </a:xfrm>
          <a:prstGeom prst="roundRect">
            <a:avLst>
              <a:gd name="adj" fmla="val 2632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903720" y="1737360"/>
            <a:ext cx="4526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the data mattered more than the architecture
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60 k → 500 k profiles, same model, clean data:
</a:t>
            </a:r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0F7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error 0.069 → 0.010 s⁻¹  (6.8× better)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6675120" y="388620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F7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93.5%</a:t>
            </a:r>
            <a:endParaRPr lang="en-US" sz="4000" dirty="0"/>
          </a:p>
        </p:txBody>
      </p:sp>
      <p:sp>
        <p:nvSpPr>
          <p:cNvPr id="30" name="Text 28"/>
          <p:cNvSpPr txBox="1"/>
          <p:nvPr/>
        </p:nvSpPr>
        <p:spPr>
          <a:xfrm>
            <a:off x="6675120" y="456285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profiles fully corrected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(clean data, 500 k model)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9235440" y="388620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100×</a:t>
            </a:r>
            <a:endParaRPr lang="en-US" sz="4000" dirty="0"/>
          </a:p>
        </p:txBody>
      </p:sp>
      <p:sp>
        <p:nvSpPr>
          <p:cNvPr id="32" name="Text 30"/>
          <p:cNvSpPr txBox="1"/>
          <p:nvPr/>
        </p:nvSpPr>
        <p:spPr>
          <a:xfrm>
            <a:off x="9235440" y="456285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over the artefact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removed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8704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the architecture ranking above was measured at 60 k, inside a data-limited regime. Re-running the full ladder at 500 k (in progress).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Adding realistic noise changed the picture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9264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in CPMG is Gaussian in intensity, not in R₂ᵉᶠᶠ. Because R₂ᵉᶠᶠ = −ln(I/I₀)/T, fast-relaxing points are far noisier — the interesting ones most of all.</a:t>
            </a:r>
            <a:endParaRPr lang="en-US" sz="1500" dirty="0"/>
          </a:p>
        </p:txBody>
      </p:sp>
      <p:pic>
        <p:nvPicPr>
          <p:cNvPr id="4" name="Image 0" descr="/Users/shankararamasharma/Desktop/IISc/CPMG Project/docs/group_meeting_figs/gm_noise_scal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7632"/>
            <a:ext cx="11064240" cy="325418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5029200"/>
            <a:ext cx="3520440" cy="1280160"/>
          </a:xfrm>
          <a:prstGeom prst="roundRect">
            <a:avLst>
              <a:gd name="adj" fmla="val 4286"/>
            </a:avLst>
          </a:prstGeom>
          <a:solidFill>
            <a:srgbClr val="FBEDE9"/>
          </a:solidFill>
          <a:ln w="12700">
            <a:solidFill>
              <a:srgbClr val="FBEDE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49808" y="5157216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400" b="1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metric trap
</a:t>
            </a:r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“% artefact removed” stays at 85% from SNR 1000 to SNR 100 — the models score well by denoising, which is not the task.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315968" y="5029200"/>
            <a:ext cx="3520440" cy="1280160"/>
          </a:xfrm>
          <a:prstGeom prst="roundRect">
            <a:avLst>
              <a:gd name="adj" fmla="val 4286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17136" y="5157216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Sub-linear degradation
</a:t>
            </a:r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grows as σ⁰·⁵⁸, not σ. The model exploits the artefact being smooth across ν while noise is independent.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8092440" y="5029200"/>
            <a:ext cx="3538728" cy="1280160"/>
          </a:xfrm>
          <a:prstGeom prst="roundRect">
            <a:avLst>
              <a:gd name="adj" fmla="val 4286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93608" y="5157216"/>
            <a:ext cx="31272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different walls
</a:t>
            </a:r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performance was data-limited. Low-SNR performance is noise-limited — more data buys only 9%.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it works: per-profile recoverability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9264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profile counts as recovered only if ≥75% of its own artefact is removed — a stricter, per-profile test than any median-based number.</a:t>
            </a:r>
            <a:endParaRPr lang="en-US" sz="1500" dirty="0"/>
          </a:p>
        </p:txBody>
      </p:sp>
      <p:pic>
        <p:nvPicPr>
          <p:cNvPr id="4" name="Image 0" descr="/Users/shankararamasharma/Desktop/IISc/CPMG Project/docs/group_meeting_figs/gm_recoverabil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72768"/>
            <a:ext cx="7589520" cy="443831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412480" y="1572768"/>
            <a:ext cx="3246120" cy="1170432"/>
          </a:xfrm>
          <a:prstGeom prst="roundRect">
            <a:avLst>
              <a:gd name="adj" fmla="val 4688"/>
            </a:avLst>
          </a:prstGeom>
          <a:solidFill>
            <a:srgbClr val="E8F1EC"/>
          </a:solidFill>
          <a:ln w="12700">
            <a:solidFill>
              <a:srgbClr val="E8F1E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13648" y="1700784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3000" b="1" dirty="0">
                <a:solidFill>
                  <a:srgbClr val="0F7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93.5%
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recovered with no noise — the method's own ceiling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8412480" y="2889504"/>
            <a:ext cx="3246120" cy="1170432"/>
          </a:xfrm>
          <a:prstGeom prst="roundRect">
            <a:avLst>
              <a:gd name="adj" fmla="val 4688"/>
            </a:avLst>
          </a:prstGeom>
          <a:solidFill>
            <a:srgbClr val="FBEDE9"/>
          </a:solidFill>
          <a:ln w="12700">
            <a:solidFill>
              <a:srgbClr val="FBEDE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613648" y="3017520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3000" b="1" dirty="0">
                <a:solidFill>
                  <a:srgbClr val="C144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26.3%
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an artefact visible above noise at SNR 100 — a hard physics ceiling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412480" y="4206240"/>
            <a:ext cx="3246120" cy="1170432"/>
          </a:xfrm>
          <a:prstGeom prst="roundRect">
            <a:avLst>
              <a:gd name="adj" fmla="val 4688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613648" y="4334256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16.0%
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actually recovered at SNR 100 — 61% of what is available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8412480" y="5504688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artefact 0.675 s⁻¹ vs median noise 1.589 s⁻¹ at SNR 100 — the signal sits 2.4× below the noise.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05332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(top row): near-uniform, failing only at high k_ex with large p_B or Δω.   At SNR 100 (bottom): structure erased; what survives is the low-k_ex, low-p_B corner.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it stands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0972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 works. The measurement does not yet.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85800" y="1883664"/>
            <a:ext cx="310896" cy="310896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70432" y="182880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3246120" y="18288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C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against ChemEx at 30×30; two Allard-conversion bugs found and fixed.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85800" y="2816352"/>
            <a:ext cx="310896" cy="310896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70432" y="276148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+ model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3246120" y="276148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C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540 k paired profiles; 93.5% of profiles fully corrected on clean data.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" y="3749040"/>
            <a:ext cx="310896" cy="310896"/>
          </a:xfrm>
          <a:prstGeom prst="ellipse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70432" y="3694176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limit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3246120" y="369417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C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SNR 100 only 26.3% of artefacts are above the noise; 16.0% recovered.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462686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5065776"/>
            <a:ext cx="274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5065776"/>
            <a:ext cx="10424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9C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the parameter ranges to a realistic envelope — the recoverable corner is well defined, and 4% of sampled points are physically unmeasurable.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5504688"/>
            <a:ext cx="274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5504688"/>
            <a:ext cx="10424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9C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ν points / longer T rather than more averaging — 100 averages would be needed to make most artefacts visible.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5943600"/>
            <a:ext cx="274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051560" y="5943600"/>
            <a:ext cx="10424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9C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the architecture ladder at 500 k (running overnight); the 60 k ranking was data-limited.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2026-09-03T16:56:04Z</dcterms:created>
  <dcterms:modified xsi:type="dcterms:W3CDTF">2026-09-03T16:56:04Z</dcterms:modified>
</cp:coreProperties>
</file>